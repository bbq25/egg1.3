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AB181-6F24-4028-942C-3ADDD4E4D7FB}" v="2" dt="2026-02-16T03:19:25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nie Ryh Sumacot" userId="af2f44f3-51c8-41a7-bb4e-fcf906c4d76e" providerId="ADAL" clId="{182E1574-C3E1-479C-A4B0-D127AF14F182}"/>
    <pc:docChg chg="undo custSel addSld modSld">
      <pc:chgData name="Junnie Ryh Sumacot" userId="af2f44f3-51c8-41a7-bb4e-fcf906c4d76e" providerId="ADAL" clId="{182E1574-C3E1-479C-A4B0-D127AF14F182}" dt="2026-02-16T03:21:49.713" v="61" actId="2711"/>
      <pc:docMkLst>
        <pc:docMk/>
      </pc:docMkLst>
      <pc:sldChg chg="addSp modSp mod">
        <pc:chgData name="Junnie Ryh Sumacot" userId="af2f44f3-51c8-41a7-bb4e-fcf906c4d76e" providerId="ADAL" clId="{182E1574-C3E1-479C-A4B0-D127AF14F182}" dt="2026-02-16T02:59:13.281" v="26" actId="1076"/>
        <pc:sldMkLst>
          <pc:docMk/>
          <pc:sldMk cId="2286159956" sldId="256"/>
        </pc:sldMkLst>
        <pc:spChg chg="add mod">
          <ac:chgData name="Junnie Ryh Sumacot" userId="af2f44f3-51c8-41a7-bb4e-fcf906c4d76e" providerId="ADAL" clId="{182E1574-C3E1-479C-A4B0-D127AF14F182}" dt="2026-02-16T02:59:13.281" v="26" actId="1076"/>
          <ac:spMkLst>
            <pc:docMk/>
            <pc:sldMk cId="2286159956" sldId="256"/>
            <ac:spMk id="5" creationId="{B6219091-AD16-45F3-02DA-CCB76CEEB8C6}"/>
          </ac:spMkLst>
        </pc:spChg>
      </pc:sldChg>
      <pc:sldChg chg="addSp delSp modSp add mod">
        <pc:chgData name="Junnie Ryh Sumacot" userId="af2f44f3-51c8-41a7-bb4e-fcf906c4d76e" providerId="ADAL" clId="{182E1574-C3E1-479C-A4B0-D127AF14F182}" dt="2026-02-16T03:19:18.098" v="35" actId="14100"/>
        <pc:sldMkLst>
          <pc:docMk/>
          <pc:sldMk cId="3459458438" sldId="273"/>
        </pc:sldMkLst>
        <pc:spChg chg="add mod">
          <ac:chgData name="Junnie Ryh Sumacot" userId="af2f44f3-51c8-41a7-bb4e-fcf906c4d76e" providerId="ADAL" clId="{182E1574-C3E1-479C-A4B0-D127AF14F182}" dt="2026-02-16T03:19:18.098" v="35" actId="14100"/>
          <ac:spMkLst>
            <pc:docMk/>
            <pc:sldMk cId="3459458438" sldId="273"/>
            <ac:spMk id="3" creationId="{422D938E-BD0F-865B-E1E9-C11E77A0651A}"/>
          </ac:spMkLst>
        </pc:spChg>
        <pc:spChg chg="del">
          <ac:chgData name="Junnie Ryh Sumacot" userId="af2f44f3-51c8-41a7-bb4e-fcf906c4d76e" providerId="ADAL" clId="{182E1574-C3E1-479C-A4B0-D127AF14F182}" dt="2026-02-16T03:19:05.416" v="28" actId="478"/>
          <ac:spMkLst>
            <pc:docMk/>
            <pc:sldMk cId="3459458438" sldId="273"/>
            <ac:spMk id="6" creationId="{5A153542-9AC7-F02C-8B05-3AF461AF7E28}"/>
          </ac:spMkLst>
        </pc:spChg>
      </pc:sldChg>
      <pc:sldChg chg="addSp delSp modSp add mod replId">
        <pc:chgData name="Junnie Ryh Sumacot" userId="af2f44f3-51c8-41a7-bb4e-fcf906c4d76e" providerId="ADAL" clId="{182E1574-C3E1-479C-A4B0-D127AF14F182}" dt="2026-02-16T03:20:00.447" v="49" actId="313"/>
        <pc:sldMkLst>
          <pc:docMk/>
          <pc:sldMk cId="3510358678" sldId="274"/>
        </pc:sldMkLst>
        <pc:spChg chg="add mod">
          <ac:chgData name="Junnie Ryh Sumacot" userId="af2f44f3-51c8-41a7-bb4e-fcf906c4d76e" providerId="ADAL" clId="{182E1574-C3E1-479C-A4B0-D127AF14F182}" dt="2026-02-16T03:20:00.447" v="49" actId="313"/>
          <ac:spMkLst>
            <pc:docMk/>
            <pc:sldMk cId="3510358678" sldId="274"/>
            <ac:spMk id="5" creationId="{8CA8951A-DFE8-439B-6876-F04786F91D29}"/>
          </ac:spMkLst>
        </pc:spChg>
        <pc:spChg chg="del">
          <ac:chgData name="Junnie Ryh Sumacot" userId="af2f44f3-51c8-41a7-bb4e-fcf906c4d76e" providerId="ADAL" clId="{182E1574-C3E1-479C-A4B0-D127AF14F182}" dt="2026-02-16T03:19:23.264" v="36" actId="478"/>
          <ac:spMkLst>
            <pc:docMk/>
            <pc:sldMk cId="3510358678" sldId="274"/>
            <ac:spMk id="6" creationId="{C5300B04-0262-C134-A858-C93E921F0E70}"/>
          </ac:spMkLst>
        </pc:spChg>
        <pc:picChg chg="add del mod">
          <ac:chgData name="Junnie Ryh Sumacot" userId="af2f44f3-51c8-41a7-bb4e-fcf906c4d76e" providerId="ADAL" clId="{182E1574-C3E1-479C-A4B0-D127AF14F182}" dt="2026-02-16T03:19:43.926" v="40" actId="478"/>
          <ac:picMkLst>
            <pc:docMk/>
            <pc:sldMk cId="3510358678" sldId="274"/>
            <ac:picMk id="2" creationId="{86C10309-2FE9-C2CA-85E9-6686734EAD9F}"/>
          </ac:picMkLst>
        </pc:picChg>
        <pc:picChg chg="mod">
          <ac:chgData name="Junnie Ryh Sumacot" userId="af2f44f3-51c8-41a7-bb4e-fcf906c4d76e" providerId="ADAL" clId="{182E1574-C3E1-479C-A4B0-D127AF14F182}" dt="2026-02-16T03:19:46.737" v="42" actId="1076"/>
          <ac:picMkLst>
            <pc:docMk/>
            <pc:sldMk cId="3510358678" sldId="274"/>
            <ac:picMk id="3" creationId="{102B2CA3-1B92-E017-16AD-15AD7878CFA1}"/>
          </ac:picMkLst>
        </pc:picChg>
      </pc:sldChg>
      <pc:sldChg chg="addSp delSp modSp add mod replId">
        <pc:chgData name="Junnie Ryh Sumacot" userId="af2f44f3-51c8-41a7-bb4e-fcf906c4d76e" providerId="ADAL" clId="{182E1574-C3E1-479C-A4B0-D127AF14F182}" dt="2026-02-16T03:20:24.626" v="56" actId="20577"/>
        <pc:sldMkLst>
          <pc:docMk/>
          <pc:sldMk cId="1047808969" sldId="275"/>
        </pc:sldMkLst>
        <pc:spChg chg="add mod">
          <ac:chgData name="Junnie Ryh Sumacot" userId="af2f44f3-51c8-41a7-bb4e-fcf906c4d76e" providerId="ADAL" clId="{182E1574-C3E1-479C-A4B0-D127AF14F182}" dt="2026-02-16T03:20:24.626" v="56" actId="20577"/>
          <ac:spMkLst>
            <pc:docMk/>
            <pc:sldMk cId="1047808969" sldId="275"/>
            <ac:spMk id="3" creationId="{D246B45F-D64C-615C-DB90-DA7A6BE4C30F}"/>
          </ac:spMkLst>
        </pc:spChg>
        <pc:spChg chg="del">
          <ac:chgData name="Junnie Ryh Sumacot" userId="af2f44f3-51c8-41a7-bb4e-fcf906c4d76e" providerId="ADAL" clId="{182E1574-C3E1-479C-A4B0-D127AF14F182}" dt="2026-02-16T03:20:05.142" v="50" actId="478"/>
          <ac:spMkLst>
            <pc:docMk/>
            <pc:sldMk cId="1047808969" sldId="275"/>
            <ac:spMk id="6" creationId="{5D929AD9-862B-2F72-44C6-E4A67F6752E8}"/>
          </ac:spMkLst>
        </pc:spChg>
      </pc:sldChg>
      <pc:sldChg chg="addSp delSp modSp add mod replId">
        <pc:chgData name="Junnie Ryh Sumacot" userId="af2f44f3-51c8-41a7-bb4e-fcf906c4d76e" providerId="ADAL" clId="{182E1574-C3E1-479C-A4B0-D127AF14F182}" dt="2026-02-16T03:21:49.713" v="61" actId="2711"/>
        <pc:sldMkLst>
          <pc:docMk/>
          <pc:sldMk cId="1925350354" sldId="276"/>
        </pc:sldMkLst>
        <pc:spChg chg="add mod">
          <ac:chgData name="Junnie Ryh Sumacot" userId="af2f44f3-51c8-41a7-bb4e-fcf906c4d76e" providerId="ADAL" clId="{182E1574-C3E1-479C-A4B0-D127AF14F182}" dt="2026-02-16T03:21:49.713" v="61" actId="2711"/>
          <ac:spMkLst>
            <pc:docMk/>
            <pc:sldMk cId="1925350354" sldId="276"/>
            <ac:spMk id="3" creationId="{BA8A0AEC-660F-F283-9677-D146CAF8C36B}"/>
          </ac:spMkLst>
        </pc:spChg>
        <pc:spChg chg="del">
          <ac:chgData name="Junnie Ryh Sumacot" userId="af2f44f3-51c8-41a7-bb4e-fcf906c4d76e" providerId="ADAL" clId="{182E1574-C3E1-479C-A4B0-D127AF14F182}" dt="2026-02-16T03:20:29.343" v="57" actId="478"/>
          <ac:spMkLst>
            <pc:docMk/>
            <pc:sldMk cId="1925350354" sldId="276"/>
            <ac:spMk id="6" creationId="{A636147E-5EC0-972E-37FF-340EDD4F82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5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9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4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2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5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0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7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2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8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5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3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School desk with books and pencils with chalkboard in background">
            <a:extLst>
              <a:ext uri="{FF2B5EF4-FFF2-40B4-BE49-F238E27FC236}">
                <a16:creationId xmlns:a16="http://schemas.microsoft.com/office/drawing/2014/main" id="{48DE6016-7586-0406-2A1E-BE9844CD81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219091-AD16-45F3-02DA-CCB76CEEB8C6}"/>
              </a:ext>
            </a:extLst>
          </p:cNvPr>
          <p:cNvSpPr txBox="1"/>
          <p:nvPr/>
        </p:nvSpPr>
        <p:spPr>
          <a:xfrm>
            <a:off x="640079" y="246363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Figtree" pitchFamily="2" charset="0"/>
              </a:rPr>
              <a:t>Module 2 QUIZ</a:t>
            </a:r>
          </a:p>
        </p:txBody>
      </p:sp>
    </p:spTree>
    <p:extLst>
      <p:ext uri="{BB962C8B-B14F-4D97-AF65-F5344CB8AC3E}">
        <p14:creationId xmlns:p14="http://schemas.microsoft.com/office/powerpoint/2010/main" val="228615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09D2-E808-3C4C-8B1F-CB4E36CD4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1. You need to convert every string in an array to uppercase (same number of elements, transformed values).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4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EF0F-FEF6-0BFE-7638-B7AC5C91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ED2-F76D-7B60-7513-8DC09303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2. You need to keep only users whose age is 18 or older (some elements removed).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59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9EBA-1407-A870-8F19-19DA6867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52EE2-E95C-2712-0D4C-B7D265632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3. You need to compute the total price from an array of item prices (single final total).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4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09D5-50F5-D699-06CE-524CD879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AC2FD-2EE2-0B5B-E310-305EA1251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4. You need to add a prefix 'ID-' to every numeric ID in an array.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4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777D-B6B1-5F72-AD3F-F2C4A857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B8854-9289-A77F-1D2B-14B7702DD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5. You need to keep only numbers greater than 100 from a list.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9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6994-7DF5-101C-C0B3-3F6C2734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6CC4-FA14-474B-3228-95A5DBB01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6. You need to multiply every number in an array by 2.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18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F20C6-F704-0FC8-90AB-079D8C8A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31C4-B88B-1979-09DC-AE608DA34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7. You need to combine an array of words into a single sentence.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3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0308-9AB2-597C-D604-05A4EB9C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B76E-FCC9-8CD7-2670-39D64FBB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8. You need to keep only non-empty strings from an array of inputs.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796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2BAB-F36E-271A-9896-2A5A633D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2F6C8-C584-BB55-187E-8BE6D401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9. You need to convert an array of temperatures in Celsius to Fahrenheit.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860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A7F6-DA65-0EF4-E4DF-D1CBA022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62C1-894E-86DE-8C93-2D2DF64C1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132086"/>
            <a:ext cx="10653579" cy="50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Figtree" pitchFamily="2" charset="0"/>
              </a:rPr>
              <a:t>10. You need to find the product (multiplication) of all numbers in an array.</a:t>
            </a:r>
            <a:endParaRPr lang="en-PH" sz="6000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95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141A-5D6A-49A0-C85F-FD7E97A7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E10B898-7E0F-3EBC-445E-A6E29726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50" y="402606"/>
            <a:ext cx="5814300" cy="38277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EB8C26C-2326-D53B-CE5E-84B52397CCA8}"/>
              </a:ext>
            </a:extLst>
          </p:cNvPr>
          <p:cNvSpPr txBox="1"/>
          <p:nvPr/>
        </p:nvSpPr>
        <p:spPr>
          <a:xfrm>
            <a:off x="3048000" y="482771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gtree" pitchFamily="2" charset="0"/>
              </a:rPr>
              <a:t>Your fix (brief): ________________________________________________</a:t>
            </a:r>
          </a:p>
          <a:p>
            <a:r>
              <a:rPr lang="en-US" dirty="0">
                <a:latin typeface="Figtree" pitchFamily="2" charset="0"/>
              </a:rPr>
              <a:t>First-class identification (1-2 lines): 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958359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85C7-9537-1F92-7D8D-D06BD09EE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2BC6804-136E-3681-AC96-08D85FE2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50" y="402606"/>
            <a:ext cx="5814300" cy="38277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0C89C10-189C-BACC-B5C6-EDA481E0943C}"/>
              </a:ext>
            </a:extLst>
          </p:cNvPr>
          <p:cNvSpPr txBox="1"/>
          <p:nvPr/>
        </p:nvSpPr>
        <p:spPr>
          <a:xfrm>
            <a:off x="3048000" y="450579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gtree" pitchFamily="2" charset="0"/>
              </a:rPr>
              <a:t>Your fix (brief): ________________________________________________</a:t>
            </a:r>
          </a:p>
          <a:p>
            <a:r>
              <a:rPr lang="en-US" dirty="0">
                <a:latin typeface="Figtree" pitchFamily="2" charset="0"/>
              </a:rPr>
              <a:t>First-class identification (1-2 lines): ___________________________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D30E5-D628-B181-03F8-594D382ED473}"/>
              </a:ext>
            </a:extLst>
          </p:cNvPr>
          <p:cNvSpPr txBox="1"/>
          <p:nvPr/>
        </p:nvSpPr>
        <p:spPr>
          <a:xfrm>
            <a:off x="3048000" y="5829173"/>
            <a:ext cx="6096000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Figtree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Use $adder(2, 3);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Figtree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First-class: function stored in a variable and invoked.</a:t>
            </a:r>
            <a:endParaRPr lang="en-PH" sz="1800" b="1" dirty="0">
              <a:effectLst/>
              <a:latin typeface="Figtree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1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BEBC-0306-59AF-17F7-691EA5C3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8D973F-4721-E3A8-1B7A-6717A834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432" y="158045"/>
            <a:ext cx="5099135" cy="4982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B0337-26C6-1AD6-526C-CBB077D49BE1}"/>
              </a:ext>
            </a:extLst>
          </p:cNvPr>
          <p:cNvSpPr txBox="1"/>
          <p:nvPr/>
        </p:nvSpPr>
        <p:spPr>
          <a:xfrm>
            <a:off x="3047999" y="534907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gtree" pitchFamily="2" charset="0"/>
              </a:rPr>
              <a:t>Your fix (brief): ________________________________________________</a:t>
            </a:r>
          </a:p>
          <a:p>
            <a:r>
              <a:rPr lang="en-US" dirty="0">
                <a:latin typeface="Figtree" pitchFamily="2" charset="0"/>
              </a:rPr>
              <a:t>First-class identification (1-2 lines): 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18160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3C45-1A77-BEE3-9D8D-883431EA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695772-2FBA-1392-B285-11502DE72E22}"/>
              </a:ext>
            </a:extLst>
          </p:cNvPr>
          <p:cNvSpPr txBox="1"/>
          <p:nvPr/>
        </p:nvSpPr>
        <p:spPr>
          <a:xfrm>
            <a:off x="3047999" y="534907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gtree" pitchFamily="2" charset="0"/>
              </a:rPr>
              <a:t>Your fix (brief): ________________________________________________</a:t>
            </a:r>
          </a:p>
          <a:p>
            <a:r>
              <a:rPr lang="en-US" dirty="0">
                <a:latin typeface="Figtree" pitchFamily="2" charset="0"/>
              </a:rPr>
              <a:t>First-class identification (1-2 lines): ___________________________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FF570-6391-E32C-E34A-E4F63CD0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043" y="762000"/>
            <a:ext cx="5683913" cy="41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0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4AAC-845D-0502-3D4B-1CE2A9A8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743AF1-8B53-878A-AAE4-E047C23B70AB}"/>
              </a:ext>
            </a:extLst>
          </p:cNvPr>
          <p:cNvSpPr txBox="1"/>
          <p:nvPr/>
        </p:nvSpPr>
        <p:spPr>
          <a:xfrm>
            <a:off x="3047999" y="534907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gtree" pitchFamily="2" charset="0"/>
              </a:rPr>
              <a:t>Your fix (brief): ________________________________________________</a:t>
            </a:r>
          </a:p>
          <a:p>
            <a:r>
              <a:rPr lang="en-US" dirty="0">
                <a:latin typeface="Figtree" pitchFamily="2" charset="0"/>
              </a:rPr>
              <a:t>First-class identification (1-2 lines): ___________________________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97E2F-B52C-DC58-8839-42CCD83AE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558800"/>
            <a:ext cx="6096000" cy="463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7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5908-218E-91E1-E7B2-2EEA9015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1363F3-2460-1AC2-E696-478A2656379D}"/>
              </a:ext>
            </a:extLst>
          </p:cNvPr>
          <p:cNvSpPr txBox="1"/>
          <p:nvPr/>
        </p:nvSpPr>
        <p:spPr>
          <a:xfrm>
            <a:off x="3047999" y="534907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gtree" pitchFamily="2" charset="0"/>
              </a:rPr>
              <a:t>Your fix (brief): ________________________________________________</a:t>
            </a:r>
          </a:p>
          <a:p>
            <a:r>
              <a:rPr lang="en-US" dirty="0">
                <a:latin typeface="Figtree" pitchFamily="2" charset="0"/>
              </a:rPr>
              <a:t>First-class identification (1-2 lines): ___________________________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0859F-37FE-18B0-E3E4-CEDE2F416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21" y="1066800"/>
            <a:ext cx="7235157" cy="350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22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4161-9590-A2E7-898C-A1CC9BA9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328A72-4E34-E3D3-A19D-A356EFD5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432" y="158045"/>
            <a:ext cx="5099135" cy="4982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D938E-BD0F-865B-E1E9-C11E77A0651A}"/>
              </a:ext>
            </a:extLst>
          </p:cNvPr>
          <p:cNvSpPr txBox="1"/>
          <p:nvPr/>
        </p:nvSpPr>
        <p:spPr>
          <a:xfrm>
            <a:off x="2824480" y="5696635"/>
            <a:ext cx="629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gtree" pitchFamily="2" charset="0"/>
              </a:rPr>
              <a:t>$hello = function() { ... };</a:t>
            </a:r>
          </a:p>
          <a:p>
            <a:r>
              <a:rPr lang="en-US" b="1" dirty="0">
                <a:latin typeface="Figtree" pitchFamily="2" charset="0"/>
              </a:rPr>
              <a:t>First-class: passing $hello as an argument.</a:t>
            </a:r>
            <a:endParaRPr lang="en-PH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458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BEF4-0870-A95D-A9A4-4694B918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B2CA3-1B92-E017-16AD-15AD7878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043" y="762000"/>
            <a:ext cx="5683913" cy="4156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8951A-DFE8-439B-6876-F04786F91D29}"/>
              </a:ext>
            </a:extLst>
          </p:cNvPr>
          <p:cNvSpPr txBox="1"/>
          <p:nvPr/>
        </p:nvSpPr>
        <p:spPr>
          <a:xfrm>
            <a:off x="3047999" y="5449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gtree" pitchFamily="2" charset="0"/>
              </a:rPr>
              <a:t>Use 'use ($prefix)' and call $greeter('Junnie’);</a:t>
            </a:r>
          </a:p>
          <a:p>
            <a:r>
              <a:rPr lang="en-US" b="1" dirty="0">
                <a:latin typeface="Figtree" pitchFamily="2" charset="0"/>
              </a:rPr>
              <a:t>First-class: returning a function.</a:t>
            </a:r>
            <a:endParaRPr lang="en-PH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358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70028-BA31-027B-12A8-51B48848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92799-C53A-66F8-7988-174C2AE58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558800"/>
            <a:ext cx="6096000" cy="4634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6B45F-D64C-615C-DB90-DA7A6BE4C30F}"/>
              </a:ext>
            </a:extLst>
          </p:cNvPr>
          <p:cNvSpPr txBox="1"/>
          <p:nvPr/>
        </p:nvSpPr>
        <p:spPr>
          <a:xfrm>
            <a:off x="3048000" y="56528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gtree" pitchFamily="2" charset="0"/>
              </a:rPr>
              <a:t>Use $ops[$choice](10);</a:t>
            </a:r>
          </a:p>
          <a:p>
            <a:r>
              <a:rPr lang="en-US" b="1" dirty="0">
                <a:latin typeface="Figtree" pitchFamily="2" charset="0"/>
              </a:rPr>
              <a:t>First-class: functions stored in an array and selected by key.</a:t>
            </a:r>
            <a:endParaRPr lang="en-PH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08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6DC1-A975-BF21-3153-BAE77D1E0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121228-67DB-8DF0-3EDE-305BA920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21" y="1066800"/>
            <a:ext cx="7235157" cy="3509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A0AEC-660F-F283-9677-D146CAF8C36B}"/>
              </a:ext>
            </a:extLst>
          </p:cNvPr>
          <p:cNvSpPr txBox="1"/>
          <p:nvPr/>
        </p:nvSpPr>
        <p:spPr>
          <a:xfrm>
            <a:off x="3047999" y="51448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gtree" pitchFamily="2" charset="0"/>
              </a:rPr>
              <a:t>Works as-is; note that '</a:t>
            </a:r>
            <a:r>
              <a:rPr lang="en-US" b="1" dirty="0" err="1">
                <a:latin typeface="Figtree" pitchFamily="2" charset="0"/>
              </a:rPr>
              <a:t>strtoupper</a:t>
            </a:r>
            <a:r>
              <a:rPr lang="en-US" b="1" dirty="0">
                <a:latin typeface="Figtree" pitchFamily="2" charset="0"/>
              </a:rPr>
              <a:t>' is passed as a callable (function name as value).</a:t>
            </a:r>
            <a:endParaRPr lang="en-PH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35035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343</Words>
  <Application>Microsoft Office PowerPoint</Application>
  <PresentationFormat>Widescreen</PresentationFormat>
  <Paragraphs>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Figtree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Junnie Ryh Sumacot</dc:creator>
  <cp:lastModifiedBy>Junnie Ryh Sumacot</cp:lastModifiedBy>
  <cp:revision>2</cp:revision>
  <dcterms:created xsi:type="dcterms:W3CDTF">2026-02-13T02:16:59Z</dcterms:created>
  <dcterms:modified xsi:type="dcterms:W3CDTF">2026-02-16T03:21:53Z</dcterms:modified>
</cp:coreProperties>
</file>